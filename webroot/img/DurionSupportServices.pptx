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FFB5-6A23-7A51-201E-A07212A6A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82099-F872-303F-CA34-17D6BD4AB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F35BB-7DD8-83AA-9C17-40235900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919E8-3557-91E3-A1EE-525D708C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E7D5F-D8A7-F596-42F3-E0C4582DE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69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F2A7-7FEB-9B98-9F77-AD1C094C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0A72B-22B5-7E9D-DE75-6F5A0340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29CA1-312B-13F6-7BD1-0E0211E3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53B0-E685-E029-7C78-F50C4DAB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0B2B4-26CA-2612-994C-DD2FF4A4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4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CAED-85D6-396B-50DE-9290A1792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43E5E-3049-3080-6B72-A4D5B2434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4BB5-9747-E03D-3B65-9780A41E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706BB-F514-73D5-2E34-F5464EA0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07FBF-5E89-5EEE-6FBD-2B84DEC5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5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9EF92-4432-24D6-9F33-BDF6C2E9F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29542-9F6E-FD49-7C75-BAD519D35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BB9B8-EAE4-0BCC-70AE-323D89B5B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7E137-C552-0867-4B8B-59C82BF0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D5D65-482C-937A-1A7C-C79D381E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9E71C-D287-0DFD-6752-6A781A160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4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5464-AB67-B5C3-5191-E5B7FDF3B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00934-AF45-2FE5-56EE-DF7CC0BE9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7BBA0-A6C1-EE20-DFF2-26A4CDCF0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87BB5-0EA1-82CE-437A-A2526A3B5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FFCD1A-6D91-4D49-2495-DAF73AC6E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02727-87E9-4514-C9E1-E17F139C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7A79C-5FB4-957F-47AB-AA1FFBAF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F590D1-B8AD-215D-7B54-C4552AD6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58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2A5B-5B91-4D18-B850-1BFE0994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A11EA-476A-E4DD-2941-D1DC73B2D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13E7D-626C-C796-CBB3-E14E6C99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8DB3E-C243-21C9-65E4-23F1EC5E1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9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A44380-A829-3BA6-C8D5-14B79613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A745A-C460-1D72-7FC4-45528F69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33AC6-550F-DE1F-0E30-B3E8C1D2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87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443F-9984-5FBD-9F9A-B643B3F7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D80A-E03F-4320-9AD5-BAA01AB30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59C60-ABA7-CD69-56A4-3A614B322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B6E5D-875D-12B9-CCA0-7A5E0186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DDC25-26F3-4BFE-881A-49D04601B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FCD4C-6ABC-35A4-0896-BB5F92B4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91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788B-59E8-1EDE-00C6-B1569506E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18FDC2-83F2-1D98-2A93-47AF9A93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58E6E-9B4F-8152-F600-E1E44F4B9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3D92D-F69D-E9D8-CC01-1DF5F6F8B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41C0C-AC69-D826-9D4B-F3F356FC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13500-867B-886C-6EB5-82006A41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1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88992-1557-A0F2-CBA8-C0968397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CEDA0-11FB-7326-79F7-A98A70298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0782-C3AA-6FA0-5812-A5A1E7B45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6D7B9-3440-0FE0-1F56-C2B47EB97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8FDB8-8214-7DF6-3DAD-9B1FCACAF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8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314C4-DB92-6883-BE9F-F03E1B7AC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FD197-F136-9974-4132-10100A26A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B901A-EDA3-B8E7-F044-811A5843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874B-7C15-0E86-EDD0-163EE47F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D633-0141-AC08-70BD-AE93CE11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5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D57F90-D804-28A2-E0EB-FE1AA6A7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1678D-1E56-25A7-86F6-F5D7CA98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3033B-A504-65D2-2713-5FC7614AF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3B6D6-8E3F-443B-BF55-EF324B3618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F8707-0E00-C0CF-9CFD-E1A1C049D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9E032-B360-23F9-C265-21FD3FA6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C4186-75FE-442F-A984-93165A4C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Shield with solid fill">
            <a:extLst>
              <a:ext uri="{FF2B5EF4-FFF2-40B4-BE49-F238E27FC236}">
                <a16:creationId xmlns:a16="http://schemas.microsoft.com/office/drawing/2014/main" id="{CEB576DF-1FE8-DD56-A7C6-966F818CB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1131" y="-168965"/>
            <a:ext cx="5549348" cy="554934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7C3BF36F-E1BC-7489-15B4-7CD95F0CEDEB}"/>
              </a:ext>
            </a:extLst>
          </p:cNvPr>
          <p:cNvSpPr>
            <a:spLocks noChangeAspect="1"/>
          </p:cNvSpPr>
          <p:nvPr/>
        </p:nvSpPr>
        <p:spPr>
          <a:xfrm rot="5400000">
            <a:off x="4484205" y="881684"/>
            <a:ext cx="2743200" cy="2743200"/>
          </a:xfrm>
          <a:prstGeom prst="hexagon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70D2E0-B9F8-70FA-DD5E-2DE61C76F296}"/>
              </a:ext>
            </a:extLst>
          </p:cNvPr>
          <p:cNvSpPr/>
          <p:nvPr/>
        </p:nvSpPr>
        <p:spPr>
          <a:xfrm rot="19887501">
            <a:off x="5701029" y="3007652"/>
            <a:ext cx="1621320" cy="6000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714DA-13E5-EFA5-2665-62C7157E6087}"/>
              </a:ext>
            </a:extLst>
          </p:cNvPr>
          <p:cNvSpPr txBox="1"/>
          <p:nvPr/>
        </p:nvSpPr>
        <p:spPr>
          <a:xfrm>
            <a:off x="2188680" y="4520028"/>
            <a:ext cx="7334250" cy="184446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3800" b="1" dirty="0">
                <a:latin typeface="Segoe UI" panose="020B0502040204020203" pitchFamily="34" charset="0"/>
                <a:cs typeface="Segoe UI" panose="020B0502040204020203" pitchFamily="34" charset="0"/>
              </a:rPr>
              <a:t>DURION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10561A3-D6F3-C0F6-AE55-3235BB06E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010" y="1389709"/>
            <a:ext cx="1761185" cy="168021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4478F5-BC73-C7B4-0ADA-211F3635C0D0}"/>
              </a:ext>
            </a:extLst>
          </p:cNvPr>
          <p:cNvSpPr/>
          <p:nvPr/>
        </p:nvSpPr>
        <p:spPr>
          <a:xfrm rot="20017738">
            <a:off x="6603893" y="2907133"/>
            <a:ext cx="650546" cy="289134"/>
          </a:xfrm>
          <a:prstGeom prst="roundRect">
            <a:avLst>
              <a:gd name="adj" fmla="val 50000"/>
            </a:avLst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5EB1F7-F950-7168-1E06-F83446402149}"/>
              </a:ext>
            </a:extLst>
          </p:cNvPr>
          <p:cNvSpPr/>
          <p:nvPr/>
        </p:nvSpPr>
        <p:spPr>
          <a:xfrm rot="20017738">
            <a:off x="5745870" y="3332518"/>
            <a:ext cx="650546" cy="289134"/>
          </a:xfrm>
          <a:prstGeom prst="roundRect">
            <a:avLst>
              <a:gd name="adj" fmla="val 50000"/>
            </a:avLst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90FEF4-2747-EA41-1AF5-952AEA333535}"/>
              </a:ext>
            </a:extLst>
          </p:cNvPr>
          <p:cNvSpPr/>
          <p:nvPr/>
        </p:nvSpPr>
        <p:spPr>
          <a:xfrm rot="20017738">
            <a:off x="6068963" y="3197021"/>
            <a:ext cx="906484" cy="108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5BFCFF-5449-ACA9-D200-BE0DE68FB46B}"/>
              </a:ext>
            </a:extLst>
          </p:cNvPr>
          <p:cNvCxnSpPr/>
          <p:nvPr/>
        </p:nvCxnSpPr>
        <p:spPr>
          <a:xfrm rot="20017738">
            <a:off x="6136104" y="3255616"/>
            <a:ext cx="722830" cy="0"/>
          </a:xfrm>
          <a:prstGeom prst="line">
            <a:avLst/>
          </a:prstGeom>
          <a:ln w="762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ghtning Bolt 15">
            <a:extLst>
              <a:ext uri="{FF2B5EF4-FFF2-40B4-BE49-F238E27FC236}">
                <a16:creationId xmlns:a16="http://schemas.microsoft.com/office/drawing/2014/main" id="{A5D4D80F-D0EB-22AD-8223-5AE444E4EAEF}"/>
              </a:ext>
            </a:extLst>
          </p:cNvPr>
          <p:cNvSpPr/>
          <p:nvPr/>
        </p:nvSpPr>
        <p:spPr>
          <a:xfrm rot="20017738">
            <a:off x="6409304" y="3173010"/>
            <a:ext cx="191481" cy="157751"/>
          </a:xfrm>
          <a:prstGeom prst="lightningBol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7D245F-6F04-A59B-28FA-99C669BDFF8C}"/>
              </a:ext>
            </a:extLst>
          </p:cNvPr>
          <p:cNvGrpSpPr/>
          <p:nvPr/>
        </p:nvGrpSpPr>
        <p:grpSpPr>
          <a:xfrm rot="20415559" flipV="1">
            <a:off x="6488790" y="3347859"/>
            <a:ext cx="190150" cy="132615"/>
            <a:chOff x="9137775" y="3855054"/>
            <a:chExt cx="621004" cy="43310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D96578E-BF8E-255E-B343-3303037ED153}"/>
                </a:ext>
              </a:extLst>
            </p:cNvPr>
            <p:cNvCxnSpPr/>
            <p:nvPr/>
          </p:nvCxnSpPr>
          <p:spPr>
            <a:xfrm>
              <a:off x="9137775" y="4105275"/>
              <a:ext cx="139575" cy="182880"/>
            </a:xfrm>
            <a:prstGeom prst="line">
              <a:avLst/>
            </a:prstGeom>
            <a:ln w="381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B4F9B90-7FEF-CB08-F2F8-19284102F2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9204" y="4097828"/>
              <a:ext cx="139575" cy="182880"/>
            </a:xfrm>
            <a:prstGeom prst="line">
              <a:avLst/>
            </a:prstGeom>
            <a:ln w="381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8D44ECD-6C8D-8031-4D43-4A935117A9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8103" y="3855054"/>
              <a:ext cx="10174" cy="365760"/>
            </a:xfrm>
            <a:prstGeom prst="line">
              <a:avLst/>
            </a:prstGeom>
            <a:ln w="381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2650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>Michelin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 Burroughs</dc:creator>
  <cp:lastModifiedBy>Louis Burroughs</cp:lastModifiedBy>
  <cp:revision>1</cp:revision>
  <dcterms:created xsi:type="dcterms:W3CDTF">2025-12-01T14:31:59Z</dcterms:created>
  <dcterms:modified xsi:type="dcterms:W3CDTF">2025-12-01T15:20:23Z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9e9a456-2778-4ca9-be06-1190b1e1118a_Enabled">
    <vt:lpwstr>true</vt:lpwstr>
  </property>
  <property fmtid="{D5CDD505-2E9C-101B-9397-08002B2CF9AE}" pid="3" name="MSIP_Label_09e9a456-2778-4ca9-be06-1190b1e1118a_SetDate">
    <vt:lpwstr>2025-12-01T15:19:26Z</vt:lpwstr>
  </property>
  <property fmtid="{D5CDD505-2E9C-101B-9397-08002B2CF9AE}" pid="4" name="MSIP_Label_09e9a456-2778-4ca9-be06-1190b1e1118a_Method">
    <vt:lpwstr>Standard</vt:lpwstr>
  </property>
  <property fmtid="{D5CDD505-2E9C-101B-9397-08002B2CF9AE}" pid="5" name="MSIP_Label_09e9a456-2778-4ca9-be06-1190b1e1118a_Name">
    <vt:lpwstr>D3</vt:lpwstr>
  </property>
  <property fmtid="{D5CDD505-2E9C-101B-9397-08002B2CF9AE}" pid="6" name="MSIP_Label_09e9a456-2778-4ca9-be06-1190b1e1118a_SiteId">
    <vt:lpwstr>658ba197-6c73-4fea-91bd-1c7d8de6bf2c</vt:lpwstr>
  </property>
  <property fmtid="{D5CDD505-2E9C-101B-9397-08002B2CF9AE}" pid="7" name="MSIP_Label_09e9a456-2778-4ca9-be06-1190b1e1118a_ActionId">
    <vt:lpwstr>9c6889e3-ce0c-43d8-a935-857bb9b25b9c</vt:lpwstr>
  </property>
  <property fmtid="{D5CDD505-2E9C-101B-9397-08002B2CF9AE}" pid="8" name="MSIP_Label_09e9a456-2778-4ca9-be06-1190b1e1118a_ContentBits">
    <vt:lpwstr>0</vt:lpwstr>
  </property>
  <property fmtid="{D5CDD505-2E9C-101B-9397-08002B2CF9AE}" pid="9" name="MSIP_Label_09e9a456-2778-4ca9-be06-1190b1e1118a_Tag">
    <vt:lpwstr>10, 3, 0, 1</vt:lpwstr>
  </property>
</Properties>
</file>